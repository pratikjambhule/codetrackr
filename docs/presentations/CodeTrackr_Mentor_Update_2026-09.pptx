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2124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CodeTrackr started as a basic tracker: a VS Code extension, a React dashboard, leaderboard, groups and goals. This covers the last three weeks of focused work, Aug 27 to Sep 16. Headline: 4 extension releases, 348 automated test assertions where there were none, and 16 of 20 high-severity issues fixed. Everything here is verified against the code or the live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is what existed before this work began. Right is today. The biggest shifts: from no tests to 348 assertions with CI, from open analytics endpoints to an authenticated and rate-limited API, and from one database write per 30-second flush to one record per 10-minute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Aug 27-28: audited the codebase, fixed data-accuracy bugs, closed unauthenticated endpoints, hashed group passwords, and added editor, focus and Git tracking. Sep 8: cut database writes with 10-minute records. Sep 9: security hardening, a green frontend build, and CI. Sep 10: fixed silent data loss in the extension and corrected every insight formula. Sep 12: deployed and verified live for the first time. Sep 16: designed the machine-learning plan and audited launch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extension now runs five event-driven trackers and sends only metadata — never code. Version 2.4.0 fixed a serious bug: a failed upload used to be silently discarded, and idle time was being counted as focus. On the backend, flushes merge into one record per 10-minute window using an atomic $inc upsert, which is also race-safe.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audit found four metrics that measured something other than their name. Deep-work ratio divided flow-block time by window-focus time — two different clocks — so it could exceed 100%. Consistency only ever saw days with activity. Peak hour had no minimum sample. And no route ever marked a goal complete, so estimation accuracy was unreachable. Now every metric carries a confidence level, and below the minimum the UI shows a dash rather than a fabricated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Security: analytics and the leaderboard were readable without login; group passwords were plaintext; the group search passed user input straight into a regular expression, so a crafted pattern could freeze the whole server. The leaderboard also sent every user's email, and its "commits" number was actually a count of uploads. Deployment: both tiers now run the same code, verified live, with scheduled jobs driven by GitHub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plan, not a built feature. Sessions are labelled today by hand-written rules; the plan replaces them with k-means clusters. Training happens offline in Python; only the cluster centres are stored, and the live site labels a session by its nearest centre in JavaScript. I use eight features that describe a session's style and deliberately exclude four that describe its size, which would only split long sessions from short ones. It is not built because the data cannot support it yet: four usable sessions from one person. A model on that would be confident nonsense.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known issues must be fixed before the link goes to the college. The biggest: the site and the API are on different domains, so the login cookie is a third-party cookie, which Safari and Firefox restrict. Also, the rate limits count per IP, and a whole campus shares one IP on Wi-Fi. After that: the landing page, real data from classmates, then the ML pipeline. Two questions for you: proxy versus custom domain for the login fix, and whether k-means is the right first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UPDATE  ·  AUG 27 – SEP 16, 2026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CodeTrackr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basic activity tracker to a tested, secured and verified live platform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91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 extension  ·  Express + MongoDB API  ·  React 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343400"/>
            <a:ext cx="2510714" cy="1600200"/>
          </a:xfrm>
          <a:prstGeom prst="roundRect">
            <a:avLst>
              <a:gd name="adj" fmla="val 6857"/>
            </a:avLst>
          </a:prstGeom>
          <a:solidFill>
            <a:srgbClr val="1722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4526280"/>
            <a:ext cx="19620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5257800"/>
            <a:ext cx="1962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0834" y="4343400"/>
            <a:ext cx="2510714" cy="1600200"/>
          </a:xfrm>
          <a:prstGeom prst="roundRect">
            <a:avLst>
              <a:gd name="adj" fmla="val 6857"/>
            </a:avLst>
          </a:prstGeom>
          <a:solidFill>
            <a:srgbClr val="1722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45154" y="4526280"/>
            <a:ext cx="19620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745154" y="5257800"/>
            <a:ext cx="1962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versions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0148" y="4343400"/>
            <a:ext cx="2510714" cy="1600200"/>
          </a:xfrm>
          <a:prstGeom prst="roundRect">
            <a:avLst>
              <a:gd name="adj" fmla="val 6857"/>
            </a:avLst>
          </a:prstGeom>
          <a:solidFill>
            <a:srgbClr val="1722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84468" y="4526280"/>
            <a:ext cx="19620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348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84468" y="5257800"/>
            <a:ext cx="1962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assertions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49461" y="4343400"/>
            <a:ext cx="2510714" cy="1600200"/>
          </a:xfrm>
          <a:prstGeom prst="roundRect">
            <a:avLst>
              <a:gd name="adj" fmla="val 6857"/>
            </a:avLst>
          </a:prstGeom>
          <a:solidFill>
            <a:srgbClr val="1722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23781" y="4526280"/>
            <a:ext cx="19620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223781" y="5257800"/>
            <a:ext cx="1962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high-severity issues fixed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started — and where it is now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74920" cy="4800600"/>
          </a:xfrm>
          <a:prstGeom prst="roundRect">
            <a:avLst>
              <a:gd name="adj" fmla="val 2286"/>
            </a:avLst>
          </a:prstGeom>
          <a:solidFill>
            <a:srgbClr val="F1F5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tracker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26080"/>
            <a:ext cx="4251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time, language and terminal commands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leaderboard, groups and goals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tests; the frontend build was failing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readable without signing in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write for every 30-second flush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730088" y="349758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30088" y="34975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568135" y="1463040"/>
            <a:ext cx="5074920" cy="4800600"/>
          </a:xfrm>
          <a:prstGeom prst="roundRect">
            <a:avLst>
              <a:gd name="adj" fmla="val 2286"/>
            </a:avLst>
          </a:prstGeom>
          <a:solidFill>
            <a:srgbClr val="0B12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79615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79615" y="21945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Tested, secured and live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979615" y="2926080"/>
            <a:ext cx="4251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trackers: edits, focus, Git, terminal, debugging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derived metrics and 13 insight rules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348 test assertions, CI on every push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Authenticated, rate-limited, validated API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merged into 10-minute records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verified end to end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weeks, six milestones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23544" y="2423160"/>
            <a:ext cx="9245346" cy="0"/>
          </a:xfrm>
          <a:prstGeom prst="line">
            <a:avLst/>
          </a:prstGeom>
          <a:noFill/>
          <a:ln w="317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139696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16204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27–28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security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162046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data-accuracy bugs, closed open endpoints, hashed passwords, deeper tracking (v2.2.0)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89149" y="2139696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89149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489149" y="2926080"/>
            <a:ext cx="16204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8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489149" y="329184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writes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489149" y="3794760"/>
            <a:ext cx="162046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records, empty flushes skipped, nightly daily summaries (v2.3.0)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38218" y="2139696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38218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338218" y="2926080"/>
            <a:ext cx="16204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9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338218" y="329184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338218" y="3794760"/>
            <a:ext cx="162046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rate limits, input validation and CI; 29 TypeScript errors fixed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87288" y="2139696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87288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187288" y="2926080"/>
            <a:ext cx="16204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10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187288" y="329184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187288" y="3794760"/>
            <a:ext cx="162046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lost uploads (v2.4.0), every metric formula fixed, 13-rule insight engine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36357" y="2139696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36357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036357" y="2926080"/>
            <a:ext cx="16204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12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36357" y="329184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036357" y="3794760"/>
            <a:ext cx="162046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verified end to end; scheduled jobs automated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885426" y="2139696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885426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885426" y="2926080"/>
            <a:ext cx="16204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885426" y="329184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885426" y="3794760"/>
            <a:ext cx="162046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plan designed; launch-readiness audit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commits  ·  4 extension versions  ·  every change recorded in the session log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pipeline: deeper, safer, leaner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0B122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event-driven trackers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990088" y="1943100"/>
            <a:ext cx="36972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469538" y="146304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69538" y="14630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validation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10986" y="1943100"/>
            <a:ext cx="36972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90437" y="146304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0B12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90437" y="14630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records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831885" y="1943100"/>
            <a:ext cx="36972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311335" y="146304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0B12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11335" y="14630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+ groups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3503066" cy="3474720"/>
          </a:xfrm>
          <a:prstGeom prst="roundRect">
            <a:avLst>
              <a:gd name="adj" fmla="val 3158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108960"/>
            <a:ext cx="658368" cy="65836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273552"/>
            <a:ext cx="329184" cy="32918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68680" y="3931920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more, reveals less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4434840"/>
            <a:ext cx="286298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and rework, focus and flow blocks, Git commits, terminal and build failures, debugging. Sends counts and file names only — never source code, diffs or full paths.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344314" y="2788920"/>
            <a:ext cx="3503066" cy="3474720"/>
          </a:xfrm>
          <a:prstGeom prst="roundRect">
            <a:avLst>
              <a:gd name="adj" fmla="val 3158"/>
            </a:avLst>
          </a:prstGeom>
          <a:solidFill>
            <a:srgbClr val="F1F5F9"/>
          </a:solidFill>
          <a:ln/>
        </p:spPr>
      </p:sp>
      <p:sp>
        <p:nvSpPr>
          <p:cNvPr id="20" name="Shape 17"/>
          <p:cNvSpPr/>
          <p:nvPr/>
        </p:nvSpPr>
        <p:spPr>
          <a:xfrm>
            <a:off x="4664354" y="3108960"/>
            <a:ext cx="658368" cy="65836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946" y="3273552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664354" y="3931920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loses a session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4664354" y="4434840"/>
            <a:ext cx="286298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v2.4.0, a failed upload was silently thrown away. Now it merges into the next one, and idle time no longer counts as focus.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8139989" y="2788920"/>
            <a:ext cx="3503066" cy="3474720"/>
          </a:xfrm>
          <a:prstGeom prst="roundRect">
            <a:avLst>
              <a:gd name="adj" fmla="val 3158"/>
            </a:avLst>
          </a:prstGeom>
          <a:solidFill>
            <a:srgbClr val="F1F5F9"/>
          </a:solidFill>
          <a:ln/>
        </p:spPr>
      </p:sp>
      <p:sp>
        <p:nvSpPr>
          <p:cNvPr id="25" name="Shape 21"/>
          <p:cNvSpPr/>
          <p:nvPr/>
        </p:nvSpPr>
        <p:spPr>
          <a:xfrm>
            <a:off x="8460029" y="3108960"/>
            <a:ext cx="658368" cy="65836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4621" y="3273552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460029" y="3931920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10 minutes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8460029" y="4434840"/>
            <a:ext cx="286298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Flushes merge into a single record with an atomic $inc upsert. Empty flushes are skipped, and a nightly job builds daily summaries.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that are correct — and honest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AUDIT FOUND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745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work could exceed 100%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860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divided two different clocks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99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95351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“Consistency” measured nothing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36499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with no activity were invisible to 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78224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78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3250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commit could win “peak hour”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44398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minimum amount of data was required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57216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57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1114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accuracy could never appear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52297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app ever completed a goal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63640" y="1417320"/>
            <a:ext cx="5379415" cy="4846320"/>
          </a:xfrm>
          <a:prstGeom prst="roundRect">
            <a:avLst>
              <a:gd name="adj" fmla="val 2264"/>
            </a:avLst>
          </a:prstGeom>
          <a:solidFill>
            <a:srgbClr val="0B122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1783080"/>
            <a:ext cx="4556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NOW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286000"/>
            <a:ext cx="45564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derived metrics, each with a confidence level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“—” instead of a number it cannot support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sessions: deep build, debugging, exploring, admin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you with your own 90-day baseline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stands out”: 13 rules, each showing its evidence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5394960"/>
            <a:ext cx="4556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statistics, not machine learning — every number can be explained.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Hardened, tested and live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03066" cy="164592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554480"/>
            <a:ext cx="27715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348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23160"/>
            <a:ext cx="277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assertions — up from zero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44314" y="1417320"/>
            <a:ext cx="3503066" cy="164592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10074" y="1554480"/>
            <a:ext cx="27715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710074" y="2423160"/>
            <a:ext cx="277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high-severity issues fixed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39989" y="1417320"/>
            <a:ext cx="3503066" cy="164592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05749" y="1554480"/>
            <a:ext cx="27715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505749" y="2423160"/>
            <a:ext cx="277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verified end to end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753612"/>
            <a:ext cx="283464" cy="28346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298448" y="3593592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required everywhere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298448" y="397764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were readable without signing in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44314" y="3611880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046" y="3753612"/>
            <a:ext cx="283464" cy="28346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094122" y="3593592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5094122" y="397764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passwords now stored with scrypt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139989" y="3611880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1721" y="3753612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889797" y="3593592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can’t freeze the server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889797" y="397764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regex-injection denial of service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48640" y="5074920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" y="5216652"/>
            <a:ext cx="283464" cy="28346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298448" y="5056632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leak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1298448" y="544068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leaderboard sent out every user’s email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4344314" y="5074920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046" y="5216652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094122" y="5056632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commit counts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5094122" y="544068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a mislabelled count of uploads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8139989" y="5074920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1721" y="521665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889797" y="5056632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on every push</a:t>
            </a:r>
            <a:endParaRPr lang="en-US" sz="1700" dirty="0"/>
          </a:p>
        </p:txBody>
      </p:sp>
      <p:sp>
        <p:nvSpPr>
          <p:cNvPr id="35" name="Text 27"/>
          <p:cNvSpPr txBox="1"/>
          <p:nvPr/>
        </p:nvSpPr>
        <p:spPr>
          <a:xfrm>
            <a:off x="8889797" y="544068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rate limits and input validation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the plan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396935" y="548640"/>
            <a:ext cx="3246120" cy="502920"/>
          </a:xfrm>
          <a:prstGeom prst="roundRect">
            <a:avLst>
              <a:gd name="adj" fmla="val 49091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396935" y="548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 ·  NOT YET BUILT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hand-written session labels with k-means clustering learned from real coding sessions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25880" y="2240280"/>
            <a:ext cx="1304483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48640" y="2697480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63240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sessions to a file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67523" y="192024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67523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44763" y="2240280"/>
            <a:ext cx="1304483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767523" y="2697480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767523" y="3063240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empty sessions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86406" y="192024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86406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763646" y="2240280"/>
            <a:ext cx="1304483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986406" y="2697480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986406" y="3063240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05289" y="192024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05289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982529" y="2240280"/>
            <a:ext cx="1304483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7205289" y="2697480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205289" y="3063240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offline, Python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424172" y="192024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24172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424172" y="2697480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live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424172" y="3063240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centre · JavaScript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3840480"/>
            <a:ext cx="3503066" cy="2423160"/>
          </a:xfrm>
          <a:prstGeom prst="roundRect">
            <a:avLst>
              <a:gd name="adj" fmla="val 4528"/>
            </a:avLst>
          </a:prstGeom>
          <a:solidFill>
            <a:srgbClr val="F1F5F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4400" y="4160520"/>
            <a:ext cx="2771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8 features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4663440"/>
            <a:ext cx="27715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Style, not size: rework share, reading vs typing, build and command failures, deep-focus share, and typing, terminal and file-switch rates.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344314" y="3840480"/>
            <a:ext cx="3503066" cy="2423160"/>
          </a:xfrm>
          <a:prstGeom prst="roundRect">
            <a:avLst>
              <a:gd name="adj" fmla="val 4528"/>
            </a:avLst>
          </a:prstGeom>
          <a:solidFill>
            <a:srgbClr val="F1F5F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710074" y="4160520"/>
            <a:ext cx="2771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know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4710074" y="4663440"/>
            <a:ext cx="27715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and the elbow method choose the number of groups. Agreement with the current rules is the check.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139989" y="3840480"/>
            <a:ext cx="3503066" cy="2423160"/>
          </a:xfrm>
          <a:prstGeom prst="roundRect">
            <a:avLst>
              <a:gd name="adj" fmla="val 4528"/>
            </a:avLst>
          </a:prstGeom>
          <a:solidFill>
            <a:srgbClr val="FEF3C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05749" y="4160520"/>
            <a:ext cx="2771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built yet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8505749" y="4663440"/>
            <a:ext cx="27715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usable sessions from 1 user, and 0 completed goals. Needs ~200 sessions from 5+ people — then ~20–25 hours of work.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SHARING WITH COLLEGE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03911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1920240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likely fails on Safari, iPhone and Firefox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578608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Wi-Fi hits rate limits as if it were one user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355848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3236976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Cancelling Google sign-in shows an error page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01421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3895344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onboarding extension link is broken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203911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39128" y="1920240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with one-click Get Started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55080" y="269748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39128" y="2578608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 from 5–10 classmates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55080" y="335584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39128" y="3236976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machine-learning pipeline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55080" y="4014216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39128" y="3895344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leaderboard with a per-user rollup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11094415" cy="1645920"/>
          </a:xfrm>
          <a:prstGeom prst="roundRect">
            <a:avLst>
              <a:gd name="adj" fmla="val 6667"/>
            </a:avLst>
          </a:prstGeom>
          <a:solidFill>
            <a:srgbClr val="1722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I’D VALUE YOUR INPUT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5193792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Fix login with a same-domain proxy, or move to a custom domain?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k-means the right first model for this data?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1517</Words>
  <Application>Microsoft Office PowerPoint</Application>
  <PresentationFormat>Widescreen</PresentationFormat>
  <Paragraphs>164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CodeTrackr — Mentor Update</dc:title>
  <dc:subject>PptxGenJS Presentation</dc:subject>
  <dc:creator>Soham Budhewar</dc:creator>
  <cp:lastModifiedBy>soham budhewar</cp:lastModifiedBy>
  <cp:revision>2</cp:revision>
  <dcterms:created xsi:type="dcterms:W3CDTF">2026-09-16T12:38:04Z</dcterms:created>
  <dcterms:modified xsi:type="dcterms:W3CDTF">2026-09-16T13:44:35Z</dcterms:modified>
</cp:coreProperties>
</file>